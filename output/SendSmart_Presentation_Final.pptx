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1ac00c0244bbc" /><Relationship Type="http://schemas.openxmlformats.org/officeDocument/2006/relationships/extended-properties" Target="/docProps/app.xml" Id="R1fe20825edfe45e3" /><Relationship Type="http://schemas.openxmlformats.org/officeDocument/2006/relationships/officeDocument" Target="/ppt/presentation.xml" Id="R700228f47fc948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3e6434dfb041af"/>
  </p:sldMasterIdLst>
  <p:notesMasterIdLst>
    <p:notesMasterId xmlns:r="http://schemas.openxmlformats.org/officeDocument/2006/relationships" r:id="R916ac798231b4af6"/>
  </p:notesMasterIdLst>
  <p:sldIdLst>
    <p:sldId xmlns:r="http://schemas.openxmlformats.org/officeDocument/2006/relationships" id="256" r:id="R696e7c05c8ce4228"/>
    <p:sldId xmlns:r="http://schemas.openxmlformats.org/officeDocument/2006/relationships" id="257" r:id="Rd5f9d7e67c7444ec"/>
    <p:sldId xmlns:r="http://schemas.openxmlformats.org/officeDocument/2006/relationships" id="258" r:id="Ra2d82e493b1a429d"/>
    <p:sldId xmlns:r="http://schemas.openxmlformats.org/officeDocument/2006/relationships" id="259" r:id="R51041de326a94060"/>
    <p:sldId xmlns:r="http://schemas.openxmlformats.org/officeDocument/2006/relationships" id="260" r:id="R41e4be4482644cea"/>
    <p:sldId xmlns:r="http://schemas.openxmlformats.org/officeDocument/2006/relationships" id="261" r:id="R40786bc110554c5c"/>
    <p:sldId xmlns:r="http://schemas.openxmlformats.org/officeDocument/2006/relationships" id="262" r:id="Rc53c8423984747bb"/>
    <p:sldId xmlns:r="http://schemas.openxmlformats.org/officeDocument/2006/relationships" id="263" r:id="R49d8f8b14b7649f8"/>
    <p:sldId xmlns:r="http://schemas.openxmlformats.org/officeDocument/2006/relationships" id="264" r:id="R771443012f784140"/>
    <p:sldId xmlns:r="http://schemas.openxmlformats.org/officeDocument/2006/relationships" id="265" r:id="Rc3df805bf7154d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c14031c23a47e6" /><Relationship Type="http://schemas.openxmlformats.org/officeDocument/2006/relationships/slideMaster" Target="/ppt/slideMasters/slideMaster1.xml" Id="R503e6434dfb041af" /><Relationship Type="http://schemas.openxmlformats.org/officeDocument/2006/relationships/notesMaster" Target="/ppt/notesMasters/notesMaster1.xml" Id="R916ac798231b4af6" /><Relationship Type="http://schemas.openxmlformats.org/officeDocument/2006/relationships/presProps" Target="/ppt/presProps.xml" Id="R2c5a311040424c62" /><Relationship Type="http://schemas.openxmlformats.org/officeDocument/2006/relationships/tableStyles" Target="/ppt/tableStyles.xml" Id="R522b3704e5b74680" /><Relationship Type="http://schemas.openxmlformats.org/officeDocument/2006/relationships/slide" Target="/ppt/slides/slide1.xml" Id="R696e7c05c8ce4228" /><Relationship Type="http://schemas.openxmlformats.org/officeDocument/2006/relationships/slide" Target="/ppt/slides/slide2.xml" Id="Rd5f9d7e67c7444ec" /><Relationship Type="http://schemas.openxmlformats.org/officeDocument/2006/relationships/slide" Target="/ppt/slides/slide3.xml" Id="Ra2d82e493b1a429d" /><Relationship Type="http://schemas.openxmlformats.org/officeDocument/2006/relationships/slide" Target="/ppt/slides/slide4.xml" Id="R51041de326a94060" /><Relationship Type="http://schemas.openxmlformats.org/officeDocument/2006/relationships/slide" Target="/ppt/slides/slide5.xml" Id="R41e4be4482644cea" /><Relationship Type="http://schemas.openxmlformats.org/officeDocument/2006/relationships/slide" Target="/ppt/slides/slide6.xml" Id="R40786bc110554c5c" /><Relationship Type="http://schemas.openxmlformats.org/officeDocument/2006/relationships/slide" Target="/ppt/slides/slide7.xml" Id="Rc53c8423984747bb" /><Relationship Type="http://schemas.openxmlformats.org/officeDocument/2006/relationships/slide" Target="/ppt/slides/slide8.xml" Id="R49d8f8b14b7649f8" /><Relationship Type="http://schemas.openxmlformats.org/officeDocument/2006/relationships/slide" Target="/ppt/slides/slide9.xml" Id="R771443012f784140" /><Relationship Type="http://schemas.openxmlformats.org/officeDocument/2006/relationships/slide" Target="/ppt/slides/slide10.xml" Id="Rc3df805bf7154d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df411ec5a0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f0109160284bd4" /><Relationship Type="http://schemas.openxmlformats.org/officeDocument/2006/relationships/notesMaster" Target="/ppt/notesMasters/notesMaster1.xml" Id="Re116045315b5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cc556e2684fb4" /><Relationship Type="http://schemas.openxmlformats.org/officeDocument/2006/relationships/notesMaster" Target="/ppt/notesMasters/notesMaster1.xml" Id="R98358d6bf85f4f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61b0ea46ff4748" /><Relationship Type="http://schemas.openxmlformats.org/officeDocument/2006/relationships/notesMaster" Target="/ppt/notesMasters/notesMaster1.xml" Id="Rf0369cbab6674c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6f7e6290e4741" /><Relationship Type="http://schemas.openxmlformats.org/officeDocument/2006/relationships/notesMaster" Target="/ppt/notesMasters/notesMaster1.xml" Id="R396ef93ccf6c40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e0aefa8a84241" /><Relationship Type="http://schemas.openxmlformats.org/officeDocument/2006/relationships/notesMaster" Target="/ppt/notesMasters/notesMaster1.xml" Id="R18aa2c7ea5d647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c85c5aba464126" /><Relationship Type="http://schemas.openxmlformats.org/officeDocument/2006/relationships/notesMaster" Target="/ppt/notesMasters/notesMaster1.xml" Id="R27bfc6863eaa46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e5dca38a364e2f" /><Relationship Type="http://schemas.openxmlformats.org/officeDocument/2006/relationships/notesMaster" Target="/ppt/notesMasters/notesMaster1.xml" Id="Rb5a50802f280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6df00be504d19" /><Relationship Type="http://schemas.openxmlformats.org/officeDocument/2006/relationships/notesMaster" Target="/ppt/notesMasters/notesMaster1.xml" Id="R5fe272badf1543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1c1136469a465f" /><Relationship Type="http://schemas.openxmlformats.org/officeDocument/2006/relationships/notesMaster" Target="/ppt/notesMasters/notesMaster1.xml" Id="Re6ddc9db84e241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bb8efb9b174d20" /><Relationship Type="http://schemas.openxmlformats.org/officeDocument/2006/relationships/notesMaster" Target="/ppt/notesMasters/notesMaster1.xml" Id="R7b5f16392bdb4e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575469a1441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dc0335aff4b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22e72abe44c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67e537d504c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fc88def8e46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82da2a3e449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AF1B2-F7AA-4DC2-AC9C-91166CB9A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17C012-3B64-472F-953C-23588E939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A2F709-26C3-4503-8636-F5162FB8A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40747-4466-43BE-91E3-21AA8F535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BC53D7-22B8-47EB-A0DB-11B67A581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432FD2-C5B7-461C-A84A-598B0ED7ED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A4207B-0DD0-48B1-8748-13A9D57160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ADC903-AA2F-4DF4-A49A-54AEBEFB12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D27D1-9779-4562-A01F-721DC3083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2FEDB2-829E-44CE-83A6-E26954E83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ff2b15abf4541" /><Relationship Type="http://schemas.openxmlformats.org/officeDocument/2006/relationships/slideLayout" Target="/ppt/slideLayouts/slideLayout1.xml" Id="R4efa5af0da3d4b83" /><Relationship Type="http://schemas.openxmlformats.org/officeDocument/2006/relationships/slideLayout" Target="/ppt/slideLayouts/slideLayout2.xml" Id="R15cd147c8db94ea0" /><Relationship Type="http://schemas.openxmlformats.org/officeDocument/2006/relationships/slideLayout" Target="/ppt/slideLayouts/slideLayout3.xml" Id="R128ea82870fe4b92" /><Relationship Type="http://schemas.openxmlformats.org/officeDocument/2006/relationships/slideLayout" Target="/ppt/slideLayouts/slideLayout4.xml" Id="Rb7829f23bdc540d6" /><Relationship Type="http://schemas.openxmlformats.org/officeDocument/2006/relationships/slideLayout" Target="/ppt/slideLayouts/slideLayout5.xml" Id="Rc8e83c31bd7046c2" /><Relationship Type="http://schemas.openxmlformats.org/officeDocument/2006/relationships/slideLayout" Target="/ppt/slideLayouts/slideLayout6.xml" Id="R4d58a383f600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a5af0da3d4b83"/>
    <p:sldLayoutId xmlns:r="http://schemas.openxmlformats.org/officeDocument/2006/relationships" id="2147483650" r:id="R15cd147c8db94ea0"/>
    <p:sldLayoutId xmlns:r="http://schemas.openxmlformats.org/officeDocument/2006/relationships" id="2147483651" r:id="R128ea82870fe4b92"/>
    <p:sldLayoutId xmlns:r="http://schemas.openxmlformats.org/officeDocument/2006/relationships" id="2147483652" r:id="Rb7829f23bdc540d6"/>
    <p:sldLayoutId xmlns:r="http://schemas.openxmlformats.org/officeDocument/2006/relationships" id="2147483653" r:id="Rc8e83c31bd7046c2"/>
    <p:sldLayoutId xmlns:r="http://schemas.openxmlformats.org/officeDocument/2006/relationships" id="2147483654" r:id="R4d58a383f600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4f72928f74925" /><Relationship Type="http://schemas.openxmlformats.org/officeDocument/2006/relationships/image" Target="/ppt/media/image.png" Id="R16f0bf67e0454399" /><Relationship Type="http://schemas.openxmlformats.org/officeDocument/2006/relationships/notesSlide" Target="/ppt/notesSlides/notesSlide1.xml" Id="R18bfb259bf7c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439032036439f" /><Relationship Type="http://schemas.openxmlformats.org/officeDocument/2006/relationships/notesSlide" Target="/ppt/notesSlides/notesSlide2.xml" Id="R57611f8332a947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f1916b3584561" /><Relationship Type="http://schemas.openxmlformats.org/officeDocument/2006/relationships/notesSlide" Target="/ppt/notesSlides/notesSlide3.xml" Id="R7f391d3df80147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d2ea7fc82749ed" /><Relationship Type="http://schemas.openxmlformats.org/officeDocument/2006/relationships/notesSlide" Target="/ppt/notesSlides/notesSlide4.xml" Id="R715d61cc60e84a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ec3a3e630487e" /><Relationship Type="http://schemas.openxmlformats.org/officeDocument/2006/relationships/notesSlide" Target="/ppt/notesSlides/notesSlide5.xml" Id="Rb8bf04937c9040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162706c6044e9" /><Relationship Type="http://schemas.openxmlformats.org/officeDocument/2006/relationships/notesSlide" Target="/ppt/notesSlides/notesSlide6.xml" Id="R13c7f7e13d98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d9cf9a80f4fed" /><Relationship Type="http://schemas.openxmlformats.org/officeDocument/2006/relationships/notesSlide" Target="/ppt/notesSlides/notesSlide7.xml" Id="R0b207697d3144d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31bd5244cb4a32" /><Relationship Type="http://schemas.openxmlformats.org/officeDocument/2006/relationships/chart" Target="/ppt/slides/charts/chart1.xml" Id="R9d019635b11c47cb" /><Relationship Type="http://schemas.openxmlformats.org/officeDocument/2006/relationships/notesSlide" Target="/ppt/notesSlides/notesSlide8.xml" Id="Rea3964ec2b1742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7301aafdd4b83" /><Relationship Type="http://schemas.openxmlformats.org/officeDocument/2006/relationships/notesSlide" Target="/ppt/notesSlides/notesSlide9.xml" Id="R305abe9396c041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52df5f04a4435" /><Relationship Type="http://schemas.openxmlformats.org/officeDocument/2006/relationships/notesSlide" Target="/ppt/notesSlides/notesSlide10.xml" Id="R7ed8148de7914a3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Fee + FX markup (MYR)</c:v>
          </c:tx>
          <c:spPr>
            <a:solidFill xmlns:a="http://schemas.openxmlformats.org/drawingml/2006/main">
              <a:srgbClr val="2857D9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ScholarTransfer</c:v>
                </c:pt>
                <c:pt idx="1">
                  <c:v>SwiftFox</c:v>
                </c:pt>
                <c:pt idx="2">
                  <c:v>CampusBridge</c:v>
                </c:pt>
                <c:pt idx="3">
                  <c:v>GlobalNest</c:v>
                </c:pt>
                <c:pt idx="4">
                  <c:v>OrbitRemit</c:v>
                </c:pt>
                <c:pt idx="5">
                  <c:v>Bank wire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185.5</c:v>
                </c:pt>
                <c:pt idx="1">
                  <c:v>222.28</c:v>
                </c:pt>
                <c:pt idx="2">
                  <c:v>280.44</c:v>
                </c:pt>
                <c:pt idx="3">
                  <c:v>301.32</c:v>
                </c:pt>
                <c:pt idx="4">
                  <c:v>318.64</c:v>
                </c:pt>
                <c:pt idx="5">
                  <c:v>870.72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C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736B1-BEA8-4485-88CB-294C3F5C4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0bf67e0454399"/>
          <a:srcRect xmlns:a="http://schemas.openxmlformats.org/drawingml/2006/main" l="0" t="1036" r="0" b="1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3B99F-2200-4211-B2E1-B35D2919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7C92F-5543-41BB-AB8F-1A5F81E6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7C7D8"/>
                </a:solidFill>
                <a:latin typeface="Aptos"/>
                <a:ea typeface="Aptos"/>
                <a:cs typeface="Aptos"/>
              </a:rPr>
              <a:t>SENDSMART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0B927-87A0-4903-9056-4FC0496F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Cross-border student payments with code-held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F5059-2F3A-4A23-8331-4A0AAB2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DDF5"/>
                </a:solidFill>
                <a:latin typeface="Aptos"/>
                <a:ea typeface="Aptos"/>
                <a:cs typeface="Aptos"/>
              </a:rPr>
              <a:t>The agent understands and explains. Deterministic policy decides whether a simulated payment may execute.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A2DD0-6B61-4A46-B094-0863072C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 Shenzhen International FinTechathon · Topic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AFDDC-A41B-422E-AD6D-6F9F158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SANDBOX · MOCK DATA · NO REAL FUNDS</a:t>
            </a:r>
          </a:p>
        </p:txBody>
      </p:sp>
    </p:spTree>
    <p:extLst>
      <p:ext uri="{BB962C8B-B14F-4D97-AF65-F5344CB8AC3E}">
        <p14:creationId xmlns:p14="http://schemas.microsoft.com/office/powerpoint/2010/main" val="796602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9B026-13F8-45BA-BE95-4C06F05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3EE2B-92D7-487C-9AD0-F872345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high-consequence task with fragmented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B2BCA-49BB-4B8B-AA26-335A27F9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 international student must balance total cost, arrival time, and payment safety.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AD2FF-D4A5-4BEF-A110-2A081F76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7431B-57AD-46E5-8BAD-A22877D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A433F-59A1-493A-890A-AD2DF7B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D3BD1"/>
                </a:solidFill>
                <a:latin typeface="Aptos"/>
                <a:ea typeface="Aptos"/>
                <a:cs typeface="Aptos"/>
              </a:rPr>
              <a:t>Aisha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1F294-F3D8-403F-8430-DC4568CF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47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Malaysia to the UK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GBP 9,000 tuition target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Five-day deadline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DF47F-7E5C-4187-B388-5EE856CE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22310-E7B3-4D11-8C3B-FC6F3DF4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27FE1-858B-4028-AE86-653ED0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Opaque quotes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F0130-42C8-4928-99BA-6FB3B7E2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288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Fees and FX markup appear in different places.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0E643-7978-41DC-A184-CCF16E9F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B31F4-EBFF-4FF3-B895-EE555AAE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4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Deadline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6A51C-1284-42E0-9D44-237AD0A5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289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cheapest route may arrive after tuition is due.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26AE-56A6-4C03-9CD1-1C8458E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45443-1584-4680-A8CB-8E127F85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24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Account fraud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50722-DBAA-49F5-848E-904145FE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changed bank fingerprint can redirect payment.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229C8-54F1-4FC4-83C7-298AC50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244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3A5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E2364-83FC-48B5-91B8-9A6AAF8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24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Weak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B8DFC-FA78-41B7-A241-A960233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292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conversational answer must never equal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780654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4A5ED-2BA2-40D1-965F-D9ED605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C42D2-CC04-40DF-9D18-8F99BE98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Five capabilities in one visible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BFDB8-4834-49C4-9947-651A827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4AF88-494F-40CE-9645-48BB2038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2FB8E-144F-4DC5-8500-5ABC737A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A60BA-0DEF-46A9-8F1F-682A7B89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505FB-A115-4BC7-B5A9-8B1E607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885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Classify intent, extract slots, ask one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9F98A-ADF4-496B-983B-D0A9D344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24075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1C213-EB6B-421D-950C-6A958CB7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defPPr>
            <a:lvl1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1pPr>
            <a:lvl2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2pPr>
            <a:lvl3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3pPr>
            <a:lvl4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4pPr>
            <a:lvl5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5pPr>
            <a:lvl6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6pPr>
            <a:lvl7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7pPr>
            <a:lvl8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8pPr>
            <a:lvl9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6D3B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0710F-0FD9-4AB5-AFEE-4CDB8D36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33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A17DD-BD0A-46FF-8A54-2D1A96DB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885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Show ordered steps before any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F1DFC-0352-4B56-A3DD-743B6300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24075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897CB-91B1-420C-BDAF-F0D65944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D83A5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36548-4455-48F6-A0F6-FA8C3DD9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87090-FA1C-44E7-9C95-C93AFC4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1885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Apply tiers, guardrails, tokens, and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8EC1D-ACC6-48B8-BCA7-2416097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24075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DB09B-40E1-4869-9DFA-E7602089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31933-9BED-4BC2-99AB-E47E5938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CA480-785D-4617-816F-E95ADB3E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29000"/>
            <a:ext cx="1885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Approve, edit, reject, cancel, or stop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9A1B6-281F-4191-8F5F-7817CD91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24075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66D70-B0B6-4198-A233-D10F6124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9B514-92F1-412A-89EB-2612095E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337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B62EA-3400-4F2C-A188-CDD1BF04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885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Report savings, risk avoided, and 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59C8AC-47F9-44F6-B224-101D3CDC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complete flow works without an API key or network connection.</a:t>
            </a:r>
          </a:p>
        </p:txBody>
      </p:sp>
    </p:spTree>
    <p:extLst>
      <p:ext uri="{BB962C8B-B14F-4D97-AF65-F5344CB8AC3E}">
        <p14:creationId xmlns:p14="http://schemas.microsoft.com/office/powerpoint/2010/main" val="2102334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B8105-4CE3-4B97-A15B-D712498F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3C3D3-9F82-46D9-A412-E487CA23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narrow authorization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53374-5595-4B1E-ABB0-9A8A0A33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Language understanding can propose actions. It cannot authorize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00AE-7EA1-4361-B502-640B56C2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682C0-24F9-4F09-9C36-7AE41EFD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04E91-4AD6-4347-A08B-61ABD844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357D9-7922-4344-A5E6-C13F744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F691-F5C7-48A9-AAFA-D68810AE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Untrusted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F7C79-AECE-46F6-9111-1E6BDB6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Chat and invoice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5D48A-1C77-46F4-B54A-F4AE35F3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48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67D0C-551B-4C0E-9DDB-77D6B360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93192-AFD0-49D5-9EA6-E3B2949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765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A1411-B77F-43DA-96A7-50F8F6B1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128C4-C427-4376-93FC-8BEB5A81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337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Intent, parser, plan, 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28108-EDF2-4D8F-8696-1287C30A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48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9B046-600A-45CC-AC23-2C02523C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B7678-671D-4C85-B53C-ED5ADA1D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44D1F-8D0C-4B70-B55E-B527991F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3A52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58360-1524-41D7-B94D-CEF67B55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Hard rules and permission 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971DD-6469-4F5F-8CE2-7FFB8DC7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3E5EC-CE1C-4B56-9434-C608C445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EA775-89D3-445A-81A3-E6EC226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4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98384-79E9-4A6B-80BA-4151FE1B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User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0B3D2-6056-4C4D-8E74-A2B1B173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Confirm or exact typed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30D77-F086-436C-BF5B-4060F3D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480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FEFEC-8AEC-4CB8-B6A7-05E98BB4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08C70-7B80-4D1C-AF41-404C4578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394D8-D8B8-4A05-9AB6-98F40ED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409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Sandbox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5658F-0E34-441C-B535-DD02F81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One-time token and receipt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83539-31C3-41DC-9982-E1870A1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8058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BEEFA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6B6A2-E474-4208-9341-898CDA9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625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D3BD1"/>
                </a:solidFill>
                <a:latin typeface="Aptos"/>
                <a:ea typeface="Aptos"/>
                <a:cs typeface="Aptos"/>
              </a:rPr>
              <a:t>Hash-chained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61641-DC27-4DC0-AEC4-8C139B83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43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 transitions, policy decisions, approvals, receipts, cancellation, and STOP AGENT events</a:t>
            </a:r>
          </a:p>
        </p:txBody>
      </p:sp>
    </p:spTree>
    <p:extLst>
      <p:ext uri="{BB962C8B-B14F-4D97-AF65-F5344CB8AC3E}">
        <p14:creationId xmlns:p14="http://schemas.microsoft.com/office/powerpoint/2010/main" val="26637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1CE59-64BB-4386-B7EA-B453D756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EF3AB-B460-4FFA-92C3-E4EA999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Permission tiers enforced by deterministic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3CACD-EA95-4B72-8CEF-9D096BFB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90DEB-BACB-4F14-B955-E37704F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E87ED-4F59-4E71-8F9F-40723B11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047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5A5D3-74EE-42F7-B32B-61AFF7B4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71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6E2CB-5E58-43F3-B09E-B89145EA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T1 ADVISE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B1DE7-8F2A-40B2-8411-DB2516A4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Comparison only. No execution steps exist in the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721D7-DAC6-4E8B-8C4C-781FFAA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Review recommendation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94464-5BF5-4D7B-A8BB-4CE12CA1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047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E4A7B-790D-45A7-A0B4-B0BF044D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71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2B885-F75A-47E1-A00C-3A4E6CD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T2 CONFIRM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4EF0E-D508-46B3-876E-3617FA1E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9900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Verified beneficiary and no more than USD 500 equivalent.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C4384-704D-49C2-918B-F01DF80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Click Confirm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77ECF-99A2-4B8A-A69F-26984094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47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43466-E277-4C7B-96A1-EB524CB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71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B447F-1E2E-4425-8859-366D59A5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T3 APPROVE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BAD92-F5E1-4450-B724-99C1D3C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14800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Verified beneficiary, above USD 500 through USD 10,000.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75097-8CE6-439F-805B-60B74BA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Type exact phrase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C0CE7-4927-4FAF-8B29-3D8BCD4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1047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F74AE-47AB-4395-9BB1-E5FBE5E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171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431FF-BE7D-4126-925A-16E4C17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3A52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F51E0-F3A1-48D7-97B1-F1E230D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19700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Any hard guardrail fires. The policy engine cannot mint a token.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8368E-5073-4E12-990F-37A222D7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Resolve condition</a:t>
            </a:r>
          </a:p>
        </p:txBody>
      </p:sp>
    </p:spTree>
    <p:extLst>
      <p:ext uri="{BB962C8B-B14F-4D97-AF65-F5344CB8AC3E}">
        <p14:creationId xmlns:p14="http://schemas.microsoft.com/office/powerpoint/2010/main" val="2103457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04D90-72DE-4584-8328-50EE708E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538A3-5DC2-43FB-8AE4-27A4E9FF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Security controls survive a compromised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F76CC-0EA0-450C-A4AC-F5523F21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85DBE-0B21-4906-B759-23EBB4F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EF6F1-E4B4-4E65-972D-AAF0F96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3CE6-8F8A-4EA4-A5DC-D5EFD856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Invoice injection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32A26-EEB9-4BD5-9C5F-01648F68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Instruction-like document text is data and triggers a block.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B10A7-5850-4F7F-B15B-82D174E9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AA6D7-092A-4E5E-96A4-37589EE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Account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DF050-B340-4ED6-9848-01875B6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 bank fingerprint mismatch blocks redirection.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CC835-5050-443A-A508-97015C96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80A36-A8C2-46B5-9736-253D3F4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Amount and daily caps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CF0F-BDF8-4E3D-950D-8612025C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Policy calculates USD equivalent with Decimal math.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BD7B2-7BB5-4BE6-A51B-6AD643E2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01ADD-CB1F-49F3-942B-9BC7182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240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Forged or replayed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18316-9F0E-4685-B8CF-42C4648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sandbox verifies HMAC, binding, expiry, and single 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38993-F3CA-432B-8D4E-4F74B29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BE843-1272-47F2-99BB-09C49EC9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 editing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FFD22-E4D5-4903-8D47-BD36B4D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Hash-chain verification fails after any event mutation.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DDB0F-BC9D-4479-AEC8-1844898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14875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F5068-1C37-4D19-95E9-9BBBD1C5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STOP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34074-0F9C-4DEE-86AF-BF073443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6732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executor checks the kill switch before token handling.</a:t>
            </a:r>
          </a:p>
        </p:txBody>
      </p:sp>
    </p:spTree>
    <p:extLst>
      <p:ext uri="{BB962C8B-B14F-4D97-AF65-F5344CB8AC3E}">
        <p14:creationId xmlns:p14="http://schemas.microsoft.com/office/powerpoint/2010/main" val="1480227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41A6C-384E-434C-8D2D-FD10844C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5F083-38F8-4392-8A43-07D09BC4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user remains in control at every decision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EBACD-2716-4E2D-A3A8-3951531D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F6B7B-7845-46A5-8577-E2B70A3B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4390F-75B0-40D7-918F-9FEC940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847850" cy="20002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BFB95-DFF9-4610-823C-91F78CC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C4C2-3A0F-4143-AAB3-B5CA4DF1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A81BF-F07F-45BA-8B0D-31A7B93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Inspect every ordered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3A32B-15AA-4980-900D-ABC70DAC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847850" cy="20002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D0104-DCF1-4CA2-B05C-35DD8B6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D3B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DB205-4B7E-4398-9E8A-F71EE415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52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CF1F3-E4DA-46C8-A7BD-C097669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Change priority or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CAAD2-1FA7-496E-9F3E-AE971B25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1847850" cy="20002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CC8CB-CD83-4CBD-AA7A-18A6E1C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AC94E-8F4B-4A5C-9727-ACB593FF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B114A-5A31-4ABE-AD11-9E630C26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Confirm or type exact phrase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C94A6-5168-4CD7-AB73-7A4A3248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1847850" cy="20002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F29F3-D3F7-4CCB-A0E2-028AB5E0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BDE12-6F21-4B3C-ABA3-40B4822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F7221-B76B-49C3-AE3E-1E419AB2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Cancel while payment is pending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A1209-E8DC-4131-B61A-9299C79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1847850" cy="20002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61012-05D1-4412-A25E-623C807C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62200"/>
            <a:ext cx="53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D83A5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8C12D-7B85-4E50-949C-AB6D4D66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9B85B-FD10-4BB8-B183-C5368BF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718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Kill switch overrides all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E11CD-C140-4A3A-BBB7-72516E23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Preferences may tighten a limit. They can never raise the USD 10,000 hard cap.</a:t>
            </a:r>
          </a:p>
        </p:txBody>
      </p:sp>
    </p:spTree>
    <p:extLst>
      <p:ext uri="{BB962C8B-B14F-4D97-AF65-F5344CB8AC3E}">
        <p14:creationId xmlns:p14="http://schemas.microsoft.com/office/powerpoint/2010/main" val="2080933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89FF2-5D76-4611-9164-3A9CB10E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DEFFD-001C-47E1-AECE-EA2055E7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Measured value on mock routes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078F-90EA-4500-9369-06F60574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GBP 9,000 tuition scenario. Costs shown in MYR from fictional providers.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DD9F1-FF66-45FC-8606-9FA1C38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4359A-DCE5-4FAB-BD4E-501304CD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60288-2130-455C-8A92-A20A0203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685.22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51D91-9DE1-4583-9A6E-D87566DA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MYR computed cost saving versus the mock bank wire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89EAB-64FE-42A3-B7B7-CC25F16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78.70%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51740-6100-4971-8492-0E5DFA88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Lower fee plus FX markup versus that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CFD74-1682-4424-B7A2-660C7936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6D3BD1"/>
                </a:solidFill>
                <a:latin typeface="Aptos"/>
                <a:ea typeface="Aptos"/>
                <a:cs typeface="Aptos"/>
              </a:rPr>
              <a:t>24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2DDE9-694E-424F-AC12-8AF317F5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Manual comparison estimate for six providers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A39FE1D3-D77F-4DA7-97F2-3130971CE3B2}"/>
              </a:ext>
            </a:extLst>
          </p:cNvPr>
          <p:cNvGraphicFramePr/>
          <p:nvPr/>
        </p:nvGraphicFramePr>
        <p:xfrm>
          <a:off xmlns:a="http://schemas.openxmlformats.org/drawingml/2006/main" x="4095750" y="1952625"/>
          <a:ext xmlns:a="http://schemas.openxmlformats.org/drawingml/2006/main" cx="7239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019635b11c47c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F6680-E590-4269-A740-DE8D84CB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3A52"/>
                </a:solidFill>
                <a:latin typeface="Aptos"/>
                <a:ea typeface="Aptos"/>
                <a:cs typeface="Aptos"/>
              </a:rPr>
              <a:t>All figures use MOCK data. Savings do not predict real provider pricing.</a:t>
            </a:r>
          </a:p>
        </p:txBody>
      </p:sp>
    </p:spTree>
    <p:extLst>
      <p:ext uri="{BB962C8B-B14F-4D97-AF65-F5344CB8AC3E}">
        <p14:creationId xmlns:p14="http://schemas.microsoft.com/office/powerpoint/2010/main" val="1548687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A55EB-D53F-432B-81E8-5499072B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E9F95-BEED-4D10-B44D-4440117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Reproducible evidence, not a scripted happy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B37EC-3B4B-4063-B192-5EC3A924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5F0B6-2494-4FCA-BBBA-88C82C5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SendSmart · SANDBOX / MOCK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42DFD-2E4E-444F-9E7A-87FBCB4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22 /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EEB86-3432-452C-A226-43386703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Executable scenarios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365CB-4ED0-4F70-A8C5-8D7C3FBD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2857D9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2857D9"/>
                </a:solidFill>
                <a:latin typeface="Aptos"/>
                <a:ea typeface="Aptos"/>
                <a:cs typeface="Aptos"/>
              </a:rPr>
              <a:t>30 / 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854F3-5FAC-4046-B040-C66D77BB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Automated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8E7C-2FF6-48F4-BA74-6B1AE73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812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D3BD1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6D3BD1"/>
                </a:solidFill>
                <a:latin typeface="Aptos"/>
                <a:ea typeface="Aptos"/>
                <a:cs typeface="Aptos"/>
              </a:rPr>
              <a:t>93%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8ECDA-A73D-4846-8392-B2A2A1A5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479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Measured coverage for non-UI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59566-1BC6-4E58-ADFA-B0C2CAE9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D22B0-C7F3-4088-B700-3B14D43B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Intent benchmark utterances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FBA6F-2C6B-4C4B-BE09-C434173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FBBFB-338A-4D49-A201-FEC318FD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Curated benchmark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57956-E046-481C-A98E-22647C41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100% intent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0AF3A-7D06-4A31-992D-442CBDBB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100% slot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C64D8-B4F7-4226-8A93-DDE12D48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100% clarification correctness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2CB79-0381-41C3-9CB9-50EE96A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83A5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3A52"/>
                </a:solidFill>
                <a:latin typeface="Aptos"/>
                <a:ea typeface="Aptos"/>
                <a:cs typeface="Aptos"/>
              </a:rPr>
              <a:t>These results describe the included curated datasets only.</a:t>
            </a:r>
          </a:p>
        </p:txBody>
      </p:sp>
    </p:spTree>
    <p:extLst>
      <p:ext uri="{BB962C8B-B14F-4D97-AF65-F5344CB8AC3E}">
        <p14:creationId xmlns:p14="http://schemas.microsoft.com/office/powerpoint/2010/main" val="16457145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24D04-2D0E-4457-99F3-9D9BC3C2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C7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7C7D8"/>
                </a:solidFill>
                <a:latin typeface="Aptos"/>
                <a:ea typeface="Aptos"/>
                <a:cs typeface="Aptos"/>
              </a:rPr>
              <a:t>SENDSMART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43F3A-A569-45E7-BD79-C24AACD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810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financial agent that earns trust by giving up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DAC9F-D846-4D76-AC16-AC7B8349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A8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A875"/>
                </a:solidFill>
                <a:latin typeface="Aptos"/>
                <a:ea typeface="Aptos"/>
                <a:cs typeface="Aptos"/>
              </a:rPr>
              <a:t>Working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1712C-98EE-466E-932F-C0D51ACE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F5"/>
                </a:solidFill>
                <a:latin typeface="Aptos"/>
                <a:ea typeface="Aptos"/>
                <a:cs typeface="Aptos"/>
              </a:rPr>
              <a:t>Offline fallback, visible plans, deterministic policy, user checkpoints, simulated receipts, and evidence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44348-D155-45E7-8F5E-FE7A9F04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Honest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7EBB4-1BF2-4B5D-A535-3B01C52D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DD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DF5"/>
                </a:solidFill>
                <a:latin typeface="Aptos"/>
                <a:ea typeface="Aptos"/>
                <a:cs typeface="Aptos"/>
              </a:rPr>
              <a:t>No real payment rail, KYC/AML system, market pricing, or production-grade injection defense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91DF-3540-4700-86CB-B74A169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step: connect regulated providers while preserving the same authorization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6A40B-C659-4E05-ACD8-2304A690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24B9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24B9B"/>
                </a:solidFill>
                <a:latin typeface="Aptos"/>
                <a:ea typeface="Aptos"/>
                <a:cs typeface="Aptos"/>
              </a:rPr>
              <a:t>SANDBOX · MOCK DATA · NO REAL FUNDS</a:t>
            </a:r>
          </a:p>
        </p:txBody>
      </p:sp>
    </p:spTree>
    <p:extLst>
      <p:ext uri="{BB962C8B-B14F-4D97-AF65-F5344CB8AC3E}">
        <p14:creationId xmlns:p14="http://schemas.microsoft.com/office/powerpoint/2010/main" val="1004952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2026-10-19T18:58:13.5990000Z</dcterms:created>
  <dcterms:modified xsi:type="dcterms:W3CDTF">2026-10-19T18:58:13.5990000Z</dcterms:modified>
</coreProperties>
</file>